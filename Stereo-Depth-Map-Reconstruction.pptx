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6" d="100"/>
          <a:sy n="86" d="100"/>
        </p:scale>
        <p:origin x="138" y="-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3897FF0-7C4B-4E20-BDF2-EF2DD69EAF2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ED52583-E5FB-42FC-A8DB-4E9F57C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6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97FF0-7C4B-4E20-BDF2-EF2DD69EAF2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52583-E5FB-42FC-A8DB-4E9F57C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00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97FF0-7C4B-4E20-BDF2-EF2DD69EAF2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52583-E5FB-42FC-A8DB-4E9F57C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4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97FF0-7C4B-4E20-BDF2-EF2DD69EAF2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52583-E5FB-42FC-A8DB-4E9F57C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37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97FF0-7C4B-4E20-BDF2-EF2DD69EAF2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52583-E5FB-42FC-A8DB-4E9F57C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66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97FF0-7C4B-4E20-BDF2-EF2DD69EAF2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52583-E5FB-42FC-A8DB-4E9F57C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27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97FF0-7C4B-4E20-BDF2-EF2DD69EAF2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52583-E5FB-42FC-A8DB-4E9F57C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664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97FF0-7C4B-4E20-BDF2-EF2DD69EAF2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52583-E5FB-42FC-A8DB-4E9F57C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85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97FF0-7C4B-4E20-BDF2-EF2DD69EAF2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52583-E5FB-42FC-A8DB-4E9F57C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76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97FF0-7C4B-4E20-BDF2-EF2DD69EAF2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52583-E5FB-42FC-A8DB-4E9F57C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13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97FF0-7C4B-4E20-BDF2-EF2DD69EAF2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52583-E5FB-42FC-A8DB-4E9F57C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41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97FF0-7C4B-4E20-BDF2-EF2DD69EAF2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52583-E5FB-42FC-A8DB-4E9F57C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791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97FF0-7C4B-4E20-BDF2-EF2DD69EAF2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52583-E5FB-42FC-A8DB-4E9F57C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79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97FF0-7C4B-4E20-BDF2-EF2DD69EAF2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52583-E5FB-42FC-A8DB-4E9F57C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5602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97FF0-7C4B-4E20-BDF2-EF2DD69EAF2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52583-E5FB-42FC-A8DB-4E9F57C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926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3897FF0-7C4B-4E20-BDF2-EF2DD69EAF2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52583-E5FB-42FC-A8DB-4E9F57C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487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3897FF0-7C4B-4E20-BDF2-EF2DD69EAF2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52583-E5FB-42FC-A8DB-4E9F57C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77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3897FF0-7C4B-4E20-BDF2-EF2DD69EAF2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ED52583-E5FB-42FC-A8DB-4E9F57C1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68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dirty="0" smtClean="0">
                <a:solidFill>
                  <a:schemeClr val="bg1"/>
                </a:solidFill>
              </a:rPr>
              <a:t>Stereo-Depth-Map-Reconstruction</a:t>
            </a:r>
            <a:br>
              <a:rPr lang="en-US" sz="7200" dirty="0" smtClean="0">
                <a:solidFill>
                  <a:schemeClr val="bg1"/>
                </a:solidFill>
              </a:rPr>
            </a:b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8825658" cy="1177371"/>
          </a:xfrm>
        </p:spPr>
        <p:txBody>
          <a:bodyPr>
            <a:normAutofit fontScale="250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pPr lvl="4" algn="l" rtl="1"/>
            <a:r>
              <a:rPr lang="en-US" sz="7200" dirty="0">
                <a:solidFill>
                  <a:schemeClr val="bg1"/>
                </a:solidFill>
              </a:rPr>
              <a:t>Name: Saja Khalid </a:t>
            </a:r>
            <a:r>
              <a:rPr lang="en-US" sz="7200" dirty="0" err="1">
                <a:solidFill>
                  <a:schemeClr val="bg1"/>
                </a:solidFill>
              </a:rPr>
              <a:t>Nima</a:t>
            </a:r>
            <a:r>
              <a:rPr lang="en-US" sz="7200" dirty="0">
                <a:solidFill>
                  <a:schemeClr val="bg1"/>
                </a:solidFill>
              </a:rPr>
              <a:t> </a:t>
            </a:r>
            <a:endParaRPr lang="en-US" sz="7200" dirty="0" smtClean="0">
              <a:solidFill>
                <a:schemeClr val="bg1"/>
              </a:solidFill>
            </a:endParaRPr>
          </a:p>
          <a:p>
            <a:pPr lvl="4" algn="l" rtl="1"/>
            <a:r>
              <a:rPr lang="en-US" sz="7200" dirty="0" smtClean="0">
                <a:solidFill>
                  <a:schemeClr val="bg1"/>
                </a:solidFill>
              </a:rPr>
              <a:t> </a:t>
            </a:r>
            <a:r>
              <a:rPr lang="en-US" sz="7200" dirty="0">
                <a:solidFill>
                  <a:schemeClr val="bg1"/>
                </a:solidFill>
              </a:rPr>
              <a:t>Third Stage</a:t>
            </a:r>
            <a:endParaRPr lang="en-US" sz="7200" dirty="0" smtClean="0">
              <a:solidFill>
                <a:schemeClr val="bg1"/>
              </a:solidFill>
            </a:endParaRP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838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S</a:t>
            </a:r>
            <a:r>
              <a:rPr lang="en-US" sz="4000" dirty="0" smtClean="0"/>
              <a:t>lide 2: What is Stereo Vision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3500"/>
            <a:ext cx="11247120" cy="3980180"/>
          </a:xfrm>
        </p:spPr>
        <p:txBody>
          <a:bodyPr numCol="1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  </a:t>
            </a:r>
            <a:r>
              <a:rPr lang="en-US" sz="2400" dirty="0"/>
              <a:t>Definition: The process of extracting 3D information from a pair of 2D images.• The Inspiration: It mimics Human Binocular Vision, where the brain merges two slightly different views from our eyes to perceive depth.• Outcome: A Depth Map, where each pixel represents the distance from the camera to the object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731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3: Basic principles &amp;Geometry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510" y="2603500"/>
            <a:ext cx="11286308" cy="34163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🛠️• </a:t>
            </a:r>
            <a:r>
              <a:rPr lang="en-US" sz="2400" dirty="0" err="1"/>
              <a:t>Epipolar</a:t>
            </a:r>
            <a:r>
              <a:rPr lang="en-US" sz="2400" dirty="0"/>
              <a:t> Geometry: The geometric relationship between two cameras.• Baseline (B): The horizontal distance between the two camera centers.• Focal Length (f): The distance between the lens and the image sensor.• Disparity (d): The shift in the position of an object between the left and right images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474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4: The </a:t>
            </a:r>
            <a:r>
              <a:rPr lang="en-US" dirty="0" err="1" smtClean="0"/>
              <a:t>Marhematical</a:t>
            </a:r>
            <a:r>
              <a:rPr lang="en-US" dirty="0" smtClean="0"/>
              <a:t> Formula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0263" y="2603499"/>
                <a:ext cx="11234057" cy="4163061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400" dirty="0" smtClean="0"/>
                  <a:t>The depth (Z) is calculated using the </a:t>
                </a:r>
                <a:r>
                  <a:rPr lang="en-US" sz="2400" dirty="0" err="1" smtClean="0"/>
                  <a:t>princ</a:t>
                </a:r>
                <a:endParaRPr lang="en-US" sz="2400" dirty="0" smtClean="0"/>
              </a:p>
              <a:p>
                <a:pPr algn="just">
                  <a:lnSpc>
                    <a:spcPct val="150000"/>
                  </a:lnSpc>
                </a:pPr>
                <a:r>
                  <a:rPr lang="en-US" sz="2400" dirty="0" err="1" smtClean="0"/>
                  <a:t>iple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of Triangulation</a:t>
                </a:r>
                <a:r>
                  <a:rPr lang="en-US" sz="2400" dirty="0" smtClean="0"/>
                  <a:t>: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400" dirty="0" smtClean="0"/>
                  <a:t>Z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sz="2400" dirty="0" smtClean="0"/>
                  <a:t>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400" dirty="0"/>
                  <a:t>Inverse Relationship:• High Disparity (d \</a:t>
                </a:r>
                <a:r>
                  <a:rPr lang="en-US" sz="2400" dirty="0" err="1"/>
                  <a:t>uparrow</a:t>
                </a:r>
                <a:r>
                  <a:rPr lang="en-US" sz="2400" dirty="0"/>
                  <a:t>): The object is closer to the camera.• Low Disparity (d \</a:t>
                </a:r>
                <a:r>
                  <a:rPr lang="en-US" sz="2400" dirty="0" err="1"/>
                  <a:t>downarrow</a:t>
                </a:r>
                <a:r>
                  <a:rPr lang="en-US" sz="2400" dirty="0"/>
                  <a:t>): The object is farther away.• If d=0, the object is at infinity</a:t>
                </a:r>
                <a:r>
                  <a:rPr lang="en-US" sz="2800" dirty="0"/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0263" y="2603499"/>
                <a:ext cx="11234057" cy="4163061"/>
              </a:xfrm>
              <a:blipFill>
                <a:blip r:embed="rId2"/>
                <a:stretch>
                  <a:fillRect l="-434" r="-868" b="-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8111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5: The Reconstruction Pipeline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824" y="2603500"/>
            <a:ext cx="11586754" cy="34163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1</a:t>
            </a:r>
            <a:r>
              <a:rPr lang="en-US" sz="2600" dirty="0"/>
              <a:t>. Calibration: Correcting lens distortions (making sure straight lines look straight).2. Rectification: Aligning the images so that matching points lie on the same horizontal row.3. Stereo Matching: Searching for corresponding pixels (finding "where did this pixel go in the other image?").4. Depth Map Generation: Applying the math to create the final 3D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2540543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6 : Stereo Matching Algorithms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10418737" cy="398018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Local Methods (Block Matching):• Simple and fast.• Compares small square windows of pixels.• Global Methods (SGM - Semi-Global Matching):• More accurate and robust.• Considers the entire image to maintain consistency.• Deep Learning (AI):• Uses Neural Networks (e.g., </a:t>
            </a:r>
            <a:r>
              <a:rPr lang="en-US" sz="2400" dirty="0" err="1"/>
              <a:t>PSMNet</a:t>
            </a:r>
            <a:r>
              <a:rPr lang="en-US" sz="2400" dirty="0"/>
              <a:t>) to "guess" depth in difficult areas.</a:t>
            </a:r>
          </a:p>
        </p:txBody>
      </p:sp>
    </p:spTree>
    <p:extLst>
      <p:ext uri="{BB962C8B-B14F-4D97-AF65-F5344CB8AC3E}">
        <p14:creationId xmlns:p14="http://schemas.microsoft.com/office/powerpoint/2010/main" val="146856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7: Challenges in the Real Word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10314235" cy="34163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• </a:t>
            </a:r>
            <a:r>
              <a:rPr lang="en-US" sz="2400" dirty="0" err="1"/>
              <a:t>Textureless</a:t>
            </a:r>
            <a:r>
              <a:rPr lang="en-US" sz="2400" dirty="0"/>
              <a:t> Areas: It's hard to match pixels on a plain white wall or a clear sky.• Occlusions: When an object is visible to the left camera but blocked for the right one.• Reflections: Glass and mirrors confuse the matching logic.• Lighting Changes: Different brightness levels between the two cameras.</a:t>
            </a:r>
          </a:p>
        </p:txBody>
      </p:sp>
    </p:spTree>
    <p:extLst>
      <p:ext uri="{BB962C8B-B14F-4D97-AF65-F5344CB8AC3E}">
        <p14:creationId xmlns:p14="http://schemas.microsoft.com/office/powerpoint/2010/main" val="1866987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8: Applications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10248920" cy="34163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Self-Driving Cars: To detect pedestrians and obstacles.• Robotics: For "Pick and Place" tasks in factories.• Drones: For autonomous navigation and crash avoidance.• Medical Imaging: For 3D reconstruction of organs during surgery.</a:t>
            </a:r>
          </a:p>
        </p:txBody>
      </p:sp>
    </p:spTree>
    <p:extLst>
      <p:ext uri="{BB962C8B-B14F-4D97-AF65-F5344CB8AC3E}">
        <p14:creationId xmlns:p14="http://schemas.microsoft.com/office/powerpoint/2010/main" val="1360773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9: Conclusion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10170543" cy="361442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• Stereo Depth Reconstruction is the "Eyes" of modern AI.• While it has challenges, combining it with AI/Deep Learning is making it faster and more reliable than ever.• The Future: Moving towards real-time, high-definition 3D mapping for every device.</a:t>
            </a:r>
          </a:p>
        </p:txBody>
      </p:sp>
    </p:spTree>
    <p:extLst>
      <p:ext uri="{BB962C8B-B14F-4D97-AF65-F5344CB8AC3E}">
        <p14:creationId xmlns:p14="http://schemas.microsoft.com/office/powerpoint/2010/main" val="787184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6300"/>
            <a:ext cx="12192000" cy="86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99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62125"/>
            <a:ext cx="12192000" cy="1038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27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70" y="1338262"/>
            <a:ext cx="11853747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07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smtClean="0"/>
              <a:t>Thank you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1154954" y="3543299"/>
            <a:ext cx="9516763" cy="2734837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If you have any questions, I’d be happy to answer</a:t>
            </a:r>
          </a:p>
          <a:p>
            <a:pPr algn="ctr"/>
            <a:r>
              <a:rPr lang="en-US" sz="2800">
                <a:solidFill>
                  <a:schemeClr val="tx1"/>
                </a:solidFill>
              </a:rPr>
              <a:t>https://github.com/mohasaja1993/Stereo-Depth-Map-Reconstruction-.git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2853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88</TotalTime>
  <Words>490</Words>
  <Application>Microsoft Office PowerPoint</Application>
  <PresentationFormat>Widescreen</PresentationFormat>
  <Paragraphs>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Cambria Math</vt:lpstr>
      <vt:lpstr>Century Gothic</vt:lpstr>
      <vt:lpstr>Wingdings 3</vt:lpstr>
      <vt:lpstr>Ion Boardroom</vt:lpstr>
      <vt:lpstr>Stereo-Depth-Map-Reconstruction </vt:lpstr>
      <vt:lpstr>Slide 2: What is Stereo Vision </vt:lpstr>
      <vt:lpstr>Slide 3: Basic principles &amp;Geometry </vt:lpstr>
      <vt:lpstr>Slide 4: The Marhematical Formula </vt:lpstr>
      <vt:lpstr>Slide 5: The Reconstruction Pipeline </vt:lpstr>
      <vt:lpstr>Slide 6 : Stereo Matching Algorithms </vt:lpstr>
      <vt:lpstr>Slide 7: Challenges in the Real Word </vt:lpstr>
      <vt:lpstr>Slide 8: Applications </vt:lpstr>
      <vt:lpstr>Slide 9: Conclusion </vt:lpstr>
      <vt:lpstr>PowerPoint Presentation</vt:lpstr>
      <vt:lpstr>PowerPoint Presentation</vt:lpstr>
      <vt:lpstr>PowerPoint Presentation</vt:lpstr>
      <vt:lpstr>Thank you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Stereo-Depth-Map-Reconstruction</dc:title>
  <dc:creator>AL-WAFI</dc:creator>
  <cp:lastModifiedBy>AL-WAFI</cp:lastModifiedBy>
  <cp:revision>10</cp:revision>
  <dcterms:created xsi:type="dcterms:W3CDTF">2026-04-24T19:17:56Z</dcterms:created>
  <dcterms:modified xsi:type="dcterms:W3CDTF">2026-04-24T20:46:53Z</dcterms:modified>
</cp:coreProperties>
</file>